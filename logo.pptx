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3003213" cy="13003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94"/>
    <a:srgbClr val="C0DBE1"/>
    <a:srgbClr val="008297"/>
    <a:srgbClr val="00363F"/>
    <a:srgbClr val="AD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0"/>
    <p:restoredTop sz="94628"/>
  </p:normalViewPr>
  <p:slideViewPr>
    <p:cSldViewPr snapToGrid="0">
      <p:cViewPr varScale="1">
        <p:scale>
          <a:sx n="60" d="100"/>
          <a:sy n="60" d="100"/>
        </p:scale>
        <p:origin x="184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40E9F-395B-A440-BCF6-B6FED9C849F8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B2173-E525-7A4F-B993-04303898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6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B2173-E525-7A4F-B993-0430389838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30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233F-CD55-2C5C-C6CE-BDCC7A05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919E0-D565-2E03-CE7F-98C8242AE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7BB29-4FD7-6F21-3B0F-66DC0695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95F10-B799-4DE1-0D0D-34E383226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B2173-E525-7A4F-B993-0430389838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241" y="2128073"/>
            <a:ext cx="11052731" cy="4527045"/>
          </a:xfrm>
        </p:spPr>
        <p:txBody>
          <a:bodyPr anchor="b"/>
          <a:lstStyle>
            <a:lvl1pPr algn="ctr"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402" y="6829698"/>
            <a:ext cx="9752410" cy="313943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2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6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199" y="3241777"/>
            <a:ext cx="11215271" cy="5408974"/>
          </a:xfrm>
        </p:spPr>
        <p:txBody>
          <a:bodyPr anchor="b"/>
          <a:lstStyle>
            <a:lvl1pPr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199" y="8701922"/>
            <a:ext cx="11215271" cy="2844452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13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277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415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4pPr>
            <a:lvl5pPr marL="2600554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5pPr>
            <a:lvl6pPr marL="3250692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6pPr>
            <a:lvl7pPr marL="3900830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7pPr>
            <a:lvl8pPr marL="4550969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8pPr>
            <a:lvl9pPr marL="5201107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1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971" y="3461504"/>
            <a:ext cx="5526366" cy="8250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2876" y="3461504"/>
            <a:ext cx="5526366" cy="8250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1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5" y="692304"/>
            <a:ext cx="11215271" cy="25133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666" y="3187594"/>
            <a:ext cx="5500968" cy="1562191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666" y="4749785"/>
            <a:ext cx="5500968" cy="698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2877" y="3187594"/>
            <a:ext cx="5528059" cy="1562191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2877" y="4749785"/>
            <a:ext cx="5528059" cy="698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4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6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4" y="866881"/>
            <a:ext cx="4193875" cy="3034083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059" y="1872225"/>
            <a:ext cx="6582877" cy="9240709"/>
          </a:xfrm>
        </p:spPr>
        <p:txBody>
          <a:bodyPr/>
          <a:lstStyle>
            <a:lvl1pPr>
              <a:defRPr sz="4550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4" y="3900964"/>
            <a:ext cx="4193875" cy="7227018"/>
          </a:xfrm>
        </p:spPr>
        <p:txBody>
          <a:bodyPr/>
          <a:lstStyle>
            <a:lvl1pPr marL="0" indent="0">
              <a:buNone/>
              <a:defRPr sz="2275"/>
            </a:lvl1pPr>
            <a:lvl2pPr marL="650138" indent="0">
              <a:buNone/>
              <a:defRPr sz="1991"/>
            </a:lvl2pPr>
            <a:lvl3pPr marL="1300277" indent="0">
              <a:buNone/>
              <a:defRPr sz="1706"/>
            </a:lvl3pPr>
            <a:lvl4pPr marL="1950415" indent="0">
              <a:buNone/>
              <a:defRPr sz="1422"/>
            </a:lvl4pPr>
            <a:lvl5pPr marL="2600554" indent="0">
              <a:buNone/>
              <a:defRPr sz="1422"/>
            </a:lvl5pPr>
            <a:lvl6pPr marL="3250692" indent="0">
              <a:buNone/>
              <a:defRPr sz="1422"/>
            </a:lvl6pPr>
            <a:lvl7pPr marL="3900830" indent="0">
              <a:buNone/>
              <a:defRPr sz="1422"/>
            </a:lvl7pPr>
            <a:lvl8pPr marL="4550969" indent="0">
              <a:buNone/>
              <a:defRPr sz="1422"/>
            </a:lvl8pPr>
            <a:lvl9pPr marL="5201107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7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4" y="866881"/>
            <a:ext cx="4193875" cy="3034083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059" y="1872225"/>
            <a:ext cx="6582877" cy="9240709"/>
          </a:xfrm>
        </p:spPr>
        <p:txBody>
          <a:bodyPr anchor="t"/>
          <a:lstStyle>
            <a:lvl1pPr marL="0" indent="0">
              <a:buNone/>
              <a:defRPr sz="4550"/>
            </a:lvl1pPr>
            <a:lvl2pPr marL="650138" indent="0">
              <a:buNone/>
              <a:defRPr sz="3982"/>
            </a:lvl2pPr>
            <a:lvl3pPr marL="1300277" indent="0">
              <a:buNone/>
              <a:defRPr sz="3413"/>
            </a:lvl3pPr>
            <a:lvl4pPr marL="1950415" indent="0">
              <a:buNone/>
              <a:defRPr sz="2844"/>
            </a:lvl4pPr>
            <a:lvl5pPr marL="2600554" indent="0">
              <a:buNone/>
              <a:defRPr sz="2844"/>
            </a:lvl5pPr>
            <a:lvl6pPr marL="3250692" indent="0">
              <a:buNone/>
              <a:defRPr sz="2844"/>
            </a:lvl6pPr>
            <a:lvl7pPr marL="3900830" indent="0">
              <a:buNone/>
              <a:defRPr sz="2844"/>
            </a:lvl7pPr>
            <a:lvl8pPr marL="4550969" indent="0">
              <a:buNone/>
              <a:defRPr sz="2844"/>
            </a:lvl8pPr>
            <a:lvl9pPr marL="5201107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4" y="3900964"/>
            <a:ext cx="4193875" cy="7227018"/>
          </a:xfrm>
        </p:spPr>
        <p:txBody>
          <a:bodyPr/>
          <a:lstStyle>
            <a:lvl1pPr marL="0" indent="0">
              <a:buNone/>
              <a:defRPr sz="2275"/>
            </a:lvl1pPr>
            <a:lvl2pPr marL="650138" indent="0">
              <a:buNone/>
              <a:defRPr sz="1991"/>
            </a:lvl2pPr>
            <a:lvl3pPr marL="1300277" indent="0">
              <a:buNone/>
              <a:defRPr sz="1706"/>
            </a:lvl3pPr>
            <a:lvl4pPr marL="1950415" indent="0">
              <a:buNone/>
              <a:defRPr sz="1422"/>
            </a:lvl4pPr>
            <a:lvl5pPr marL="2600554" indent="0">
              <a:buNone/>
              <a:defRPr sz="1422"/>
            </a:lvl5pPr>
            <a:lvl6pPr marL="3250692" indent="0">
              <a:buNone/>
              <a:defRPr sz="1422"/>
            </a:lvl6pPr>
            <a:lvl7pPr marL="3900830" indent="0">
              <a:buNone/>
              <a:defRPr sz="1422"/>
            </a:lvl7pPr>
            <a:lvl8pPr marL="4550969" indent="0">
              <a:buNone/>
              <a:defRPr sz="1422"/>
            </a:lvl8pPr>
            <a:lvl9pPr marL="5201107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9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5425" y="692301"/>
            <a:ext cx="2803818" cy="110196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972" y="692301"/>
            <a:ext cx="8248913" cy="110196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1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3971" y="692304"/>
            <a:ext cx="11215271" cy="2513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3971" y="3461504"/>
            <a:ext cx="11215271" cy="8250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71" y="12052055"/>
            <a:ext cx="2925723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DC33D-109D-6C4D-971E-8332E65160BC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315" y="12052055"/>
            <a:ext cx="4388584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3519" y="12052055"/>
            <a:ext cx="2925723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8AE32-2D0B-BD49-AEE5-A9A6753B3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3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00277" rtl="0" eaLnBrk="1" latinLnBrk="0" hangingPunct="1">
        <a:lnSpc>
          <a:spcPct val="90000"/>
        </a:lnSpc>
        <a:spcBef>
          <a:spcPct val="0"/>
        </a:spcBef>
        <a:buNone/>
        <a:defRPr sz="62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69" indent="-325069" algn="l" defTabSz="1300277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20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34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484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5623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5761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00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03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17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7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415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54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92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3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69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10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95DA60-7C06-00B5-376A-10C73318B37E}"/>
              </a:ext>
            </a:extLst>
          </p:cNvPr>
          <p:cNvGrpSpPr/>
          <p:nvPr/>
        </p:nvGrpSpPr>
        <p:grpSpPr>
          <a:xfrm>
            <a:off x="-1" y="0"/>
            <a:ext cx="13003213" cy="13003213"/>
            <a:chOff x="-1" y="0"/>
            <a:chExt cx="13003213" cy="1300321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0596295-8FB5-1479-F33B-30068A6ED78D}"/>
                </a:ext>
              </a:extLst>
            </p:cNvPr>
            <p:cNvSpPr/>
            <p:nvPr/>
          </p:nvSpPr>
          <p:spPr>
            <a:xfrm>
              <a:off x="-1" y="0"/>
              <a:ext cx="13003213" cy="13003213"/>
            </a:xfrm>
            <a:prstGeom prst="roundRect">
              <a:avLst/>
            </a:prstGeom>
            <a:solidFill>
              <a:srgbClr val="C0DBE1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F101C88-2C8A-61C1-1AD6-A43082BCC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4866" y="1264867"/>
              <a:ext cx="10473478" cy="10473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88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6B767-30B7-D65A-D986-D504D115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95CE3BB-243F-BE72-9A68-93061433A29F}"/>
              </a:ext>
            </a:extLst>
          </p:cNvPr>
          <p:cNvGrpSpPr/>
          <p:nvPr/>
        </p:nvGrpSpPr>
        <p:grpSpPr>
          <a:xfrm>
            <a:off x="-1" y="0"/>
            <a:ext cx="13003213" cy="13003213"/>
            <a:chOff x="-1" y="0"/>
            <a:chExt cx="13003213" cy="1300321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F3FD48C8-2DE1-4301-F180-2EA90481986C}"/>
                </a:ext>
              </a:extLst>
            </p:cNvPr>
            <p:cNvSpPr/>
            <p:nvPr/>
          </p:nvSpPr>
          <p:spPr>
            <a:xfrm>
              <a:off x="-1" y="0"/>
              <a:ext cx="13003213" cy="13003213"/>
            </a:xfrm>
            <a:prstGeom prst="roundRect">
              <a:avLst/>
            </a:prstGeom>
            <a:solidFill>
              <a:srgbClr val="008094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10E0A831-9FA8-4F58-F6F6-200EDBD59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4866" y="1264867"/>
              <a:ext cx="10473478" cy="10473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516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</Words>
  <Application>Microsoft Macintosh PowerPoint</Application>
  <PresentationFormat>Custom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Oleksii Haidai</dc:creator>
  <cp:lastModifiedBy>Oleksii Haidai</cp:lastModifiedBy>
  <cp:revision>12</cp:revision>
  <dcterms:created xsi:type="dcterms:W3CDTF">2026-05-22T08:32:22Z</dcterms:created>
  <dcterms:modified xsi:type="dcterms:W3CDTF">2026-05-22T13:02:03Z</dcterms:modified>
</cp:coreProperties>
</file>